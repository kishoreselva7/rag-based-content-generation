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</a:defRPr>
            </a:pPr>
            <a:r>
              <a:t>EduGen AI Presentation</a:t>
            </a:r>
          </a:p>
          <a:p>
            <a:pPr algn="l">
              <a:defRPr sz="2200">
                <a:solidFill>
                  <a:srgbClr val="CBD5E1"/>
                </a:solidFill>
              </a:defRPr>
            </a:pPr>
            <a:r>
              <a:t>Generated using RAG &amp; Uploaded Syllabus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1: Course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Based strictly on uploaded syllabus context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Covers foundational concepts and principles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Structured learning approach and outcomes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Key academic guidelines and topics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Real-world application of foundational principles in industry.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Overview of course goals and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2: Core Module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Key theoretical framework and models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Essential topics derived from syllabus text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Analytical techniques and tools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Practical implementations and case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Case study analyzing core technical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Summary of module takeaways.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